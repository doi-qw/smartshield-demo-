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oi-qw/SmartShield-DEMO-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oi-qw/SmartShield-DEMO-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8FAFC"/>
                </a:solidFill>
              </a:defRPr>
            </a:pPr>
            <a:r>
              <a:t>Remix × Advanced Security Scanner</a:t>
            </a:r>
          </a:p>
          <a:p>
            <a:pPr>
              <a:defRPr sz="2000">
                <a:solidFill>
                  <a:srgbClr val="94A3B8"/>
                </a:solidFill>
              </a:defRPr>
            </a:pPr>
            <a:r>
              <a:t>Partnership Proposal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Who I 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Niko — Security Researcher &amp; Solidity Engineer (19)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Built a production-grade Solidity security scanner solo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Focus: real vulnerabilities, not lint noise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Problems Observed in Remix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False positives ("infinite gas" without loops)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Reentrancy classified as style warning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Security mixed with linting → alert fatigue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Advanced tools require Remixd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Advanced security layer on top of existing Remix analysis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Symbolic execution + taint tracking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Accurate severity: CRITICAL → INFO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Runs 100% in browser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Test #1 — Simple Vulnerable Contract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4114800" cy="2743200"/>
          </a:xfrm>
          <a:prstGeom prst="round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rPr dirty="0"/>
              <a:t>Remix Analysis</a:t>
            </a:r>
          </a:p>
          <a:p>
            <a:r>
              <a:rPr dirty="0"/>
              <a:t>(Screenshot here</a:t>
            </a:r>
            <a:r>
              <a:rPr lang="ru-RU" dirty="0"/>
              <a:t>:</a:t>
            </a:r>
          </a:p>
          <a:p>
            <a:r>
              <a:rPr lang="af-ZA" dirty="0">
                <a:hlinkClick r:id="rId2"/>
              </a:rPr>
              <a:t>partnership with Remix IDE</a:t>
            </a:r>
            <a:r>
              <a:rPr lang="en-GB" dirty="0"/>
              <a:t>)</a:t>
            </a:r>
            <a:endParaRPr lang="ru-RU" dirty="0"/>
          </a:p>
        </p:txBody>
      </p:sp>
      <p:sp>
        <p:nvSpPr>
          <p:cNvPr id="4" name="Rounded Rectangle 3"/>
          <p:cNvSpPr/>
          <p:nvPr/>
        </p:nvSpPr>
        <p:spPr>
          <a:xfrm>
            <a:off x="4937760" y="1463040"/>
            <a:ext cx="4114800" cy="2743200"/>
          </a:xfrm>
          <a:prstGeom prst="roundRect">
            <a:avLst/>
          </a:prstGeom>
          <a:solidFill>
            <a:srgbClr val="1453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8FAFC"/>
                </a:solidFill>
              </a:defRPr>
            </a:pPr>
            <a:r>
              <a:rPr dirty="0"/>
              <a:t>Advanced Scanner</a:t>
            </a:r>
          </a:p>
          <a:p>
            <a:r>
              <a:rPr dirty="0"/>
              <a:t>(Screenshot here</a:t>
            </a:r>
            <a:r>
              <a:rPr lang="en-GB" dirty="0"/>
              <a:t>:</a:t>
            </a:r>
          </a:p>
          <a:p>
            <a:r>
              <a:rPr lang="af-ZA" dirty="0">
                <a:hlinkClick r:id="rId2"/>
              </a:rPr>
              <a:t>partnership with Remix IDE</a:t>
            </a:r>
            <a:r>
              <a:rPr lang="en-GB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Test #2 — Complex Contract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4114800" cy="2743200"/>
          </a:xfrm>
          <a:prstGeom prst="roundRect">
            <a:avLst/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rPr dirty="0"/>
              <a:t>Remix Analysis</a:t>
            </a:r>
          </a:p>
          <a:p>
            <a:r>
              <a:rPr dirty="0"/>
              <a:t>(Screenshot here</a:t>
            </a:r>
            <a:r>
              <a:rPr lang="en-GB" dirty="0"/>
              <a:t>:</a:t>
            </a:r>
          </a:p>
          <a:p>
            <a:r>
              <a:rPr lang="af-ZA" dirty="0">
                <a:hlinkClick r:id="rId2"/>
              </a:rPr>
              <a:t>partnership with Remix IDE</a:t>
            </a:r>
            <a:r>
              <a:rPr lang="en-GB" dirty="0"/>
              <a:t>)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937760" y="1463040"/>
            <a:ext cx="4114800" cy="2743200"/>
          </a:xfrm>
          <a:prstGeom prst="roundRect">
            <a:avLst/>
          </a:prstGeom>
          <a:solidFill>
            <a:srgbClr val="14532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8FAFC"/>
                </a:solidFill>
              </a:defRPr>
            </a:pPr>
            <a:r>
              <a:rPr dirty="0"/>
              <a:t>Advanced Scanner</a:t>
            </a:r>
          </a:p>
          <a:p>
            <a:r>
              <a:rPr dirty="0"/>
              <a:t>(Screenshot here</a:t>
            </a:r>
            <a:r>
              <a:rPr lang="en-GB" dirty="0"/>
              <a:t>:</a:t>
            </a:r>
          </a:p>
          <a:p>
            <a:r>
              <a:rPr lang="af-ZA" dirty="0">
                <a:hlinkClick r:id="rId2"/>
              </a:rPr>
              <a:t>partnership with Remix IDE</a:t>
            </a:r>
            <a:r>
              <a:rPr lang="en-GB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Why This Matters for Remix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Lower alert fatigue → higher trust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Stronger security reputation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Advanced users stay inside Remix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Clear separation: style vs security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Free tier + Pro security mode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Advanced analysis as paid feature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Revenue share: 70% Remix / 30% 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8FAFC"/>
                </a:solidFill>
              </a:defRPr>
            </a:pPr>
            <a:r>
              <a:t>Short technical call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2–3 week pilot integration</a:t>
            </a:r>
          </a:p>
          <a:p>
            <a:pPr>
              <a:defRPr sz="2000">
                <a:solidFill>
                  <a:srgbClr val="F8FAFC"/>
                </a:solidFill>
              </a:defRPr>
            </a:pPr>
            <a:r>
              <a:t>Measure user feedback &amp; signal quality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Экран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Абдул-Малик Хашиев</cp:lastModifiedBy>
  <cp:revision>4</cp:revision>
  <dcterms:created xsi:type="dcterms:W3CDTF">2013-01-27T09:14:16Z</dcterms:created>
  <dcterms:modified xsi:type="dcterms:W3CDTF">2026-01-25T22:52:15Z</dcterms:modified>
  <cp:category/>
</cp:coreProperties>
</file>